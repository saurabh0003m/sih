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Only 21% of rural Indians aged 15-24 can search online, use email and bank online (MoSPI CAMS 2022-23). The services exist. People fail at the interface.
FILL IN the team ID and team name before this deck is submitted.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image is a real run of the prototype, not a mock-up: the red dot sits on the amount field and the panel shows all four steps - 64%, 57%, 51% red, 75%.
One sentence for how it addresses the problem: a citizen who does not know the word 'withdraw' still finishes the task, and finishes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decisions worth defending out loud:
1. DOM + ARIA, not Chrome's accessibility tree - the computed AX tree needs the debugger permission; DOM traversal is cheaper and more robust on older government markup.
2. Text-first, vision only on failure - we send control names, not screenshots. The vision fallback is documented and NOT built in this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judge pushes on the numbers, the honest answer is the red italic line: offline matcher, no model, capped below green by design, accuracy unmeasured.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Supporting lines, not on the slide:
- Only 11.4% of connected households use the internet for government services; one in five households using digital services depends on help from outside the household (NCAER, June 2026).
- A Maharashtra study recorded Rs 47 in service charges plus travel; a Jharkhand study recorded Rs 101 actually paid against a Rs 30 official fee. Say 'a study recorded', never 'Indians pay'.
- 57% of urban internet users preferred Indic-language content in 2024 (IAMAI-Kantar).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- guidance that teaches you to stop needing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26207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Student Innovation - bring-your-own idea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Smart Education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Software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&lt;TEAM ID&gt;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&lt;TEAM NAME&gt;</a:t>
            </a:r>
            <a:endParaRPr lang="en-US" sz="1500" dirty="0"/>
          </a:p>
        </p:txBody>
      </p:sp>
      <p:pic>
        <p:nvPicPr>
          <p:cNvPr id="5" name="Image 0" descr="F:\SIH\deck\assets\portal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 AND 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points. You click. Then it fades.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reads the page's own controls and their accessible names, then marks the one next step with a colour-coded dot.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click. Disha never can. At an OTP or payment step it pauses and hands control back.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success dims the dot; five clean repetitions remove it entirely.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Honesty: the closest shipped product is Microsoft Copilot Vision "Highlights". We do not claim to have invented AI screen-understanding or on-screen pointing. Our contribution is the combination - exposed confidence, DOM + ARIA grounding, a fading scaffold, and Indian public-service task packs.</a:t>
            </a:r>
            <a:endParaRPr lang="en-US" sz="1200" dirty="0"/>
          </a:p>
        </p:txBody>
      </p:sp>
      <p:pic>
        <p:nvPicPr>
          <p:cNvPr id="6" name="Image 0" descr="F:\SIH\deck\assets\demo-ste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judgements must agree before you see green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Chrome extension, vanilla JavaScript, no build step. Model is pluggable: Gemini free tier, Anthropic, or a local Ollama model with no internet.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one element id and its confidence. Separately, on-device, we score the page evidence.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needs 0.80 model AND 0.75 page evidence; we display the weaker number, never the average.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-&gt; enumerate interactive elements + ARIA names -&gt; compact text list -&gt; model returns {id, confidence} -&gt; on-device grounding score -&gt; colour band -&gt; draw dot -&gt; human clicks -&gt; wait for DOM to settle -&gt; next step</a:t>
            </a:r>
            <a:endParaRPr lang="en-US" sz="1000" dirty="0"/>
          </a:p>
        </p:txBody>
      </p:sp>
      <p:pic>
        <p:nvPicPr>
          <p:cNvPr id="6" name="Image 0" descr="F:\SIH\deck\asset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600200"/>
            <a:ext cx="6309360" cy="3549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AND VIABILITY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today; risks named honestly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verified in a browser: live grounding, colour bands, contingent fading, on-page ask bar, screen share with a real pause, offline mode.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Unlabelled controls? The page score drops and the dot goes red - it never guesses silently.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redesigned? Nothing is pre-scripted; it re-grounds on every step.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run: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take my money out" produced 64% &gt; 57% &gt; 51% RED &gt; 75%. The amount field scored 0.815 and the confirm button 0.763 - a win by 0.052 is reported as a win by 0.052.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321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 used the offline matcher with no model, which is capped below green by design. We have not yet recorded a green dot on stage, and we have not measured accuracy.</a:t>
            </a:r>
            <a:endParaRPr lang="en-US" sz="1150" dirty="0"/>
          </a:p>
        </p:txBody>
      </p:sp>
      <p:pic>
        <p:nvPicPr>
          <p:cNvPr id="7" name="Image 0" descr="F:\SIH\deck\assets\explainer-red-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Independence, not another helper that never leaves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the citizen completes the task alone, instead of paying someone else to click for them.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Educational: guidance fades on demonstrated success - active learning +0.47 SD, spaced retrieval g = 0.74.</a:t>
            </a:r>
            <a:endParaRPr lang="en-US" sz="15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zero integration cost. It runs on portals that already exist.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learning figures validate the mechanism, not our product. Say that out loud.</a:t>
            </a:r>
            <a:endParaRPr lang="en-US" sz="1200" dirty="0"/>
          </a:p>
        </p:txBody>
      </p:sp>
      <p:pic>
        <p:nvPicPr>
          <p:cNvPr id="6" name="Image 0" descr="F:\SIH\deck\assets\practice-por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read before building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MoSPI, Comprehensive Annual Modular Survey 2022-23 - the 21% combined ICT-skill figure.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78th Round (2020-21) - computer literacy 24.7% national, 18.1% rural.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NCAER, The Evolving Landscape of Digital Inclusion in India, June 2026.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/ MeitY - CSC network: 48.54 crore transactions, 5,01,731 centres, FY 2025-26.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et al., PNAS 2014 - active learning, +0.47 SD across 225 studies.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Adesope et al. 2017 (retrieval, g = 0.51); Latimier et al. 2021 (spacing, g = 0.74).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Renkl et al. - guidance fading triggered by mastery evidence, not elapsed time.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Vision release notes - the closest shipped prior art.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IAMAI-Kantar, Internet in India 2024; BHASHINI metrics dashboard.</a:t>
            </a:r>
            <a:endParaRPr lang="en-US" sz="140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microsoft/GUI-Actor (MIT) - the vision-grounding fallback on our roadmap.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on this deck is traced to a source line in deck/numbers.md.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Disha - SIH 2026 PS 26207 idea PPT (draft)</dc:title>
  <dc:subject>PptxGenJS Presentation</dc:subject>
  <dc:creator>Team Disha</dc:creator>
  <cp:lastModifiedBy>Team Disha</cp:lastModifiedBy>
  <cp:revision>1</cp:revision>
  <dcterms:created xsi:type="dcterms:W3CDTF">2026-09-09T12:11:55Z</dcterms:created>
  <dcterms:modified xsi:type="dcterms:W3CDTF">2026-09-09T12:11:55Z</dcterms:modified>
</cp:coreProperties>
</file>