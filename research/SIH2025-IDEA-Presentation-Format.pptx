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>
      <a:defRPr lang="en-US"/>
    </a:defPPr>
    <a:lvl1pPr defTabSz="45720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defTabSz="45720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defTabSz="45720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defTabSz="45720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defTabSz="45720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